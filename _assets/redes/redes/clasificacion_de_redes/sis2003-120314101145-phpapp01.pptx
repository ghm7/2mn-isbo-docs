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6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4434-C683-4431-8C1E-E8452D399E23}" type="datetimeFigureOut">
              <a:rPr lang="es-ES" smtClean="0"/>
              <a:t>22/03/2011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C60B2-B659-43FA-99B2-8BFFDF6B19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115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4434-C683-4431-8C1E-E8452D399E23}" type="datetimeFigureOut">
              <a:rPr lang="es-ES" smtClean="0"/>
              <a:t>22/03/2011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C60B2-B659-43FA-99B2-8BFFDF6B19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2447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4434-C683-4431-8C1E-E8452D399E23}" type="datetimeFigureOut">
              <a:rPr lang="es-ES" smtClean="0"/>
              <a:t>22/03/2011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C60B2-B659-43FA-99B2-8BFFDF6B19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7128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4434-C683-4431-8C1E-E8452D399E23}" type="datetimeFigureOut">
              <a:rPr lang="es-ES" smtClean="0"/>
              <a:t>22/03/2011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C60B2-B659-43FA-99B2-8BFFDF6B19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636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4434-C683-4431-8C1E-E8452D399E23}" type="datetimeFigureOut">
              <a:rPr lang="es-ES" smtClean="0"/>
              <a:t>22/03/2011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C60B2-B659-43FA-99B2-8BFFDF6B19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3812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4434-C683-4431-8C1E-E8452D399E23}" type="datetimeFigureOut">
              <a:rPr lang="es-ES" smtClean="0"/>
              <a:t>22/03/2011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C60B2-B659-43FA-99B2-8BFFDF6B19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244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4434-C683-4431-8C1E-E8452D399E23}" type="datetimeFigureOut">
              <a:rPr lang="es-ES" smtClean="0"/>
              <a:t>22/03/2011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C60B2-B659-43FA-99B2-8BFFDF6B19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8873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4434-C683-4431-8C1E-E8452D399E23}" type="datetimeFigureOut">
              <a:rPr lang="es-ES" smtClean="0"/>
              <a:t>22/03/2011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C60B2-B659-43FA-99B2-8BFFDF6B19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788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4434-C683-4431-8C1E-E8452D399E23}" type="datetimeFigureOut">
              <a:rPr lang="es-ES" smtClean="0"/>
              <a:t>22/03/2011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C60B2-B659-43FA-99B2-8BFFDF6B19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3517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4434-C683-4431-8C1E-E8452D399E23}" type="datetimeFigureOut">
              <a:rPr lang="es-ES" smtClean="0"/>
              <a:t>22/03/2011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C60B2-B659-43FA-99B2-8BFFDF6B19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8217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4434-C683-4431-8C1E-E8452D399E23}" type="datetimeFigureOut">
              <a:rPr lang="es-ES" smtClean="0"/>
              <a:t>22/03/2011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C60B2-B659-43FA-99B2-8BFFDF6B19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9849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44434-C683-4431-8C1E-E8452D399E23}" type="datetimeFigureOut">
              <a:rPr lang="es-ES" smtClean="0"/>
              <a:t>22/03/2011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C60B2-B659-43FA-99B2-8BFFDF6B19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6149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043608" y="0"/>
            <a:ext cx="6552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 smtClean="0"/>
              <a:t>SISTEMA DE COMUNICACIONES</a:t>
            </a:r>
            <a:endParaRPr lang="es-ES" sz="2400" dirty="0"/>
          </a:p>
        </p:txBody>
      </p:sp>
      <p:cxnSp>
        <p:nvCxnSpPr>
          <p:cNvPr id="17" name="16 Conector recto"/>
          <p:cNvCxnSpPr>
            <a:stCxn id="1026" idx="0"/>
            <a:endCxn id="11" idx="3"/>
          </p:cNvCxnSpPr>
          <p:nvPr/>
        </p:nvCxnSpPr>
        <p:spPr>
          <a:xfrm flipV="1">
            <a:off x="598658" y="3429000"/>
            <a:ext cx="979451" cy="1877486"/>
          </a:xfrm>
          <a:prstGeom prst="line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>
            <a:stCxn id="15" idx="4"/>
            <a:endCxn id="6" idx="0"/>
          </p:cNvCxnSpPr>
          <p:nvPr/>
        </p:nvCxnSpPr>
        <p:spPr>
          <a:xfrm>
            <a:off x="7173986" y="2870272"/>
            <a:ext cx="1160308" cy="630736"/>
          </a:xfrm>
          <a:prstGeom prst="line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>
            <a:stCxn id="11" idx="5"/>
            <a:endCxn id="5" idx="0"/>
          </p:cNvCxnSpPr>
          <p:nvPr/>
        </p:nvCxnSpPr>
        <p:spPr>
          <a:xfrm flipV="1">
            <a:off x="1789284" y="2384884"/>
            <a:ext cx="990334" cy="888342"/>
          </a:xfrm>
          <a:prstGeom prst="line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>
            <a:stCxn id="5" idx="2"/>
            <a:endCxn id="15" idx="2"/>
          </p:cNvCxnSpPr>
          <p:nvPr/>
        </p:nvCxnSpPr>
        <p:spPr>
          <a:xfrm>
            <a:off x="5289980" y="2384884"/>
            <a:ext cx="1586276" cy="485388"/>
          </a:xfrm>
          <a:prstGeom prst="line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48 Grupo"/>
          <p:cNvGrpSpPr/>
          <p:nvPr/>
        </p:nvGrpSpPr>
        <p:grpSpPr>
          <a:xfrm>
            <a:off x="180321" y="2204864"/>
            <a:ext cx="8712159" cy="2952328"/>
            <a:chOff x="396345" y="2204864"/>
            <a:chExt cx="8712159" cy="2952328"/>
          </a:xfrm>
        </p:grpSpPr>
        <p:grpSp>
          <p:nvGrpSpPr>
            <p:cNvPr id="1030" name="1029 Grupo"/>
            <p:cNvGrpSpPr/>
            <p:nvPr/>
          </p:nvGrpSpPr>
          <p:grpSpPr>
            <a:xfrm>
              <a:off x="396345" y="4983207"/>
              <a:ext cx="503247" cy="173985"/>
              <a:chOff x="1045225" y="2060848"/>
              <a:chExt cx="503247" cy="173985"/>
            </a:xfrm>
          </p:grpSpPr>
          <p:cxnSp>
            <p:nvCxnSpPr>
              <p:cNvPr id="27" name="26 Conector angular"/>
              <p:cNvCxnSpPr/>
              <p:nvPr/>
            </p:nvCxnSpPr>
            <p:spPr>
              <a:xfrm>
                <a:off x="1045225" y="2102887"/>
                <a:ext cx="286415" cy="121507"/>
              </a:xfrm>
              <a:prstGeom prst="bentConnector3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29 Conector angular"/>
              <p:cNvCxnSpPr/>
              <p:nvPr/>
            </p:nvCxnSpPr>
            <p:spPr>
              <a:xfrm flipV="1">
                <a:off x="1331640" y="2060848"/>
                <a:ext cx="216832" cy="173985"/>
              </a:xfrm>
              <a:prstGeom prst="bentConnector3">
                <a:avLst>
                  <a:gd name="adj1" fmla="val 5000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38 Grupo"/>
            <p:cNvGrpSpPr/>
            <p:nvPr/>
          </p:nvGrpSpPr>
          <p:grpSpPr>
            <a:xfrm>
              <a:off x="8605257" y="3255015"/>
              <a:ext cx="503247" cy="173985"/>
              <a:chOff x="1045225" y="2060848"/>
              <a:chExt cx="503247" cy="173985"/>
            </a:xfrm>
          </p:grpSpPr>
          <p:cxnSp>
            <p:nvCxnSpPr>
              <p:cNvPr id="40" name="39 Conector angular"/>
              <p:cNvCxnSpPr/>
              <p:nvPr/>
            </p:nvCxnSpPr>
            <p:spPr>
              <a:xfrm>
                <a:off x="1045225" y="2102887"/>
                <a:ext cx="286415" cy="121507"/>
              </a:xfrm>
              <a:prstGeom prst="bentConnector3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40 Conector angular"/>
              <p:cNvCxnSpPr/>
              <p:nvPr/>
            </p:nvCxnSpPr>
            <p:spPr>
              <a:xfrm flipV="1">
                <a:off x="1331640" y="2060848"/>
                <a:ext cx="216832" cy="173985"/>
              </a:xfrm>
              <a:prstGeom prst="bentConnector3">
                <a:avLst>
                  <a:gd name="adj1" fmla="val 5000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31" name="1030 Forma libre"/>
            <p:cNvSpPr/>
            <p:nvPr/>
          </p:nvSpPr>
          <p:spPr>
            <a:xfrm>
              <a:off x="2268553" y="2281809"/>
              <a:ext cx="426400" cy="139079"/>
            </a:xfrm>
            <a:custGeom>
              <a:avLst/>
              <a:gdLst>
                <a:gd name="connsiteX0" fmla="*/ 0 w 574159"/>
                <a:gd name="connsiteY0" fmla="*/ 191386 h 556313"/>
                <a:gd name="connsiteX1" fmla="*/ 148856 w 574159"/>
                <a:gd name="connsiteY1" fmla="*/ 552893 h 556313"/>
                <a:gd name="connsiteX2" fmla="*/ 318977 w 574159"/>
                <a:gd name="connsiteY2" fmla="*/ 0 h 556313"/>
                <a:gd name="connsiteX3" fmla="*/ 361507 w 574159"/>
                <a:gd name="connsiteY3" fmla="*/ 552893 h 556313"/>
                <a:gd name="connsiteX4" fmla="*/ 510363 w 574159"/>
                <a:gd name="connsiteY4" fmla="*/ 63795 h 556313"/>
                <a:gd name="connsiteX5" fmla="*/ 574159 w 574159"/>
                <a:gd name="connsiteY5" fmla="*/ 552893 h 556313"/>
                <a:gd name="connsiteX6" fmla="*/ 574159 w 574159"/>
                <a:gd name="connsiteY6" fmla="*/ 552893 h 556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4159" h="556313">
                  <a:moveTo>
                    <a:pt x="0" y="191386"/>
                  </a:moveTo>
                  <a:cubicBezTo>
                    <a:pt x="47846" y="388088"/>
                    <a:pt x="95693" y="584791"/>
                    <a:pt x="148856" y="552893"/>
                  </a:cubicBezTo>
                  <a:cubicBezTo>
                    <a:pt x="202019" y="520995"/>
                    <a:pt x="283535" y="0"/>
                    <a:pt x="318977" y="0"/>
                  </a:cubicBezTo>
                  <a:cubicBezTo>
                    <a:pt x="354419" y="0"/>
                    <a:pt x="329609" y="542260"/>
                    <a:pt x="361507" y="552893"/>
                  </a:cubicBezTo>
                  <a:cubicBezTo>
                    <a:pt x="393405" y="563526"/>
                    <a:pt x="474921" y="63795"/>
                    <a:pt x="510363" y="63795"/>
                  </a:cubicBezTo>
                  <a:cubicBezTo>
                    <a:pt x="545805" y="63795"/>
                    <a:pt x="574159" y="552893"/>
                    <a:pt x="574159" y="552893"/>
                  </a:cubicBezTo>
                  <a:lnTo>
                    <a:pt x="574159" y="552893"/>
                  </a:ln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3" name="42 Forma libre"/>
            <p:cNvSpPr/>
            <p:nvPr/>
          </p:nvSpPr>
          <p:spPr>
            <a:xfrm>
              <a:off x="6157129" y="2204864"/>
              <a:ext cx="287079" cy="152400"/>
            </a:xfrm>
            <a:custGeom>
              <a:avLst/>
              <a:gdLst>
                <a:gd name="connsiteX0" fmla="*/ 0 w 574159"/>
                <a:gd name="connsiteY0" fmla="*/ 191386 h 556313"/>
                <a:gd name="connsiteX1" fmla="*/ 148856 w 574159"/>
                <a:gd name="connsiteY1" fmla="*/ 552893 h 556313"/>
                <a:gd name="connsiteX2" fmla="*/ 318977 w 574159"/>
                <a:gd name="connsiteY2" fmla="*/ 0 h 556313"/>
                <a:gd name="connsiteX3" fmla="*/ 361507 w 574159"/>
                <a:gd name="connsiteY3" fmla="*/ 552893 h 556313"/>
                <a:gd name="connsiteX4" fmla="*/ 510363 w 574159"/>
                <a:gd name="connsiteY4" fmla="*/ 63795 h 556313"/>
                <a:gd name="connsiteX5" fmla="*/ 574159 w 574159"/>
                <a:gd name="connsiteY5" fmla="*/ 552893 h 556313"/>
                <a:gd name="connsiteX6" fmla="*/ 574159 w 574159"/>
                <a:gd name="connsiteY6" fmla="*/ 552893 h 556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4159" h="556313">
                  <a:moveTo>
                    <a:pt x="0" y="191386"/>
                  </a:moveTo>
                  <a:cubicBezTo>
                    <a:pt x="47846" y="388088"/>
                    <a:pt x="95693" y="584791"/>
                    <a:pt x="148856" y="552893"/>
                  </a:cubicBezTo>
                  <a:cubicBezTo>
                    <a:pt x="202019" y="520995"/>
                    <a:pt x="283535" y="0"/>
                    <a:pt x="318977" y="0"/>
                  </a:cubicBezTo>
                  <a:cubicBezTo>
                    <a:pt x="354419" y="0"/>
                    <a:pt x="329609" y="542260"/>
                    <a:pt x="361507" y="552893"/>
                  </a:cubicBezTo>
                  <a:cubicBezTo>
                    <a:pt x="393405" y="563526"/>
                    <a:pt x="474921" y="63795"/>
                    <a:pt x="510363" y="63795"/>
                  </a:cubicBezTo>
                  <a:cubicBezTo>
                    <a:pt x="545805" y="63795"/>
                    <a:pt x="574159" y="552893"/>
                    <a:pt x="574159" y="552893"/>
                  </a:cubicBezTo>
                  <a:lnTo>
                    <a:pt x="574159" y="552893"/>
                  </a:ln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8" name="37 Grupo"/>
          <p:cNvGrpSpPr/>
          <p:nvPr/>
        </p:nvGrpSpPr>
        <p:grpSpPr>
          <a:xfrm>
            <a:off x="152090" y="3501008"/>
            <a:ext cx="9388462" cy="2623914"/>
            <a:chOff x="152090" y="3501008"/>
            <a:chExt cx="9388462" cy="2623914"/>
          </a:xfrm>
        </p:grpSpPr>
        <p:grpSp>
          <p:nvGrpSpPr>
            <p:cNvPr id="36" name="35 Grupo"/>
            <p:cNvGrpSpPr/>
            <p:nvPr/>
          </p:nvGrpSpPr>
          <p:grpSpPr>
            <a:xfrm>
              <a:off x="152090" y="3501008"/>
              <a:ext cx="8628771" cy="2592288"/>
              <a:chOff x="152090" y="3501008"/>
              <a:chExt cx="8628771" cy="2592288"/>
            </a:xfrm>
          </p:grpSpPr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2272" t="7963" r="11077" b="75412"/>
              <a:stretch/>
            </p:blipFill>
            <p:spPr bwMode="auto">
              <a:xfrm>
                <a:off x="152090" y="5306486"/>
                <a:ext cx="893135" cy="7868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6" name="Picture 2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2272" t="7963" r="11077" b="75412"/>
              <a:stretch/>
            </p:blipFill>
            <p:spPr bwMode="auto">
              <a:xfrm>
                <a:off x="7887726" y="3501008"/>
                <a:ext cx="893135" cy="7868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1041" name="1040 CuadroTexto"/>
            <p:cNvSpPr txBox="1"/>
            <p:nvPr/>
          </p:nvSpPr>
          <p:spPr>
            <a:xfrm rot="19679490">
              <a:off x="245841" y="5755590"/>
              <a:ext cx="2160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 smtClean="0"/>
                <a:t>TERMINAL -DTE</a:t>
              </a:r>
              <a:endParaRPr lang="es-ES" dirty="0"/>
            </a:p>
          </p:txBody>
        </p:sp>
        <p:sp>
          <p:nvSpPr>
            <p:cNvPr id="54" name="53 CuadroTexto"/>
            <p:cNvSpPr txBox="1"/>
            <p:nvPr/>
          </p:nvSpPr>
          <p:spPr>
            <a:xfrm rot="1578402">
              <a:off x="7380312" y="4499828"/>
              <a:ext cx="2160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 smtClean="0"/>
                <a:t>TERMINAL -DTE</a:t>
              </a:r>
              <a:endParaRPr lang="es-ES" dirty="0"/>
            </a:p>
          </p:txBody>
        </p:sp>
      </p:grpSp>
      <p:grpSp>
        <p:nvGrpSpPr>
          <p:cNvPr id="44" name="43 Grupo"/>
          <p:cNvGrpSpPr/>
          <p:nvPr/>
        </p:nvGrpSpPr>
        <p:grpSpPr>
          <a:xfrm>
            <a:off x="539552" y="2714498"/>
            <a:ext cx="7200800" cy="714502"/>
            <a:chOff x="323528" y="3179761"/>
            <a:chExt cx="7200800" cy="714502"/>
          </a:xfrm>
        </p:grpSpPr>
        <p:grpSp>
          <p:nvGrpSpPr>
            <p:cNvPr id="37" name="36 Grupo"/>
            <p:cNvGrpSpPr/>
            <p:nvPr/>
          </p:nvGrpSpPr>
          <p:grpSpPr>
            <a:xfrm>
              <a:off x="1213220" y="3179761"/>
              <a:ext cx="5807052" cy="714502"/>
              <a:chOff x="1213220" y="3179761"/>
              <a:chExt cx="5807052" cy="714502"/>
            </a:xfrm>
          </p:grpSpPr>
          <p:sp>
            <p:nvSpPr>
              <p:cNvPr id="11" name="10 Cubo"/>
              <p:cNvSpPr/>
              <p:nvPr/>
            </p:nvSpPr>
            <p:spPr>
              <a:xfrm>
                <a:off x="1213220" y="3645024"/>
                <a:ext cx="360040" cy="249239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15" name="14 Cubo"/>
              <p:cNvSpPr/>
              <p:nvPr/>
            </p:nvSpPr>
            <p:spPr>
              <a:xfrm>
                <a:off x="6660232" y="3179761"/>
                <a:ext cx="360040" cy="249239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1042" name="1041 CuadroTexto"/>
            <p:cNvSpPr txBox="1"/>
            <p:nvPr/>
          </p:nvSpPr>
          <p:spPr>
            <a:xfrm rot="10800000" flipV="1">
              <a:off x="323528" y="3284984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 smtClean="0"/>
                <a:t>MODEM- DCE</a:t>
              </a:r>
              <a:endParaRPr lang="es-ES" dirty="0"/>
            </a:p>
          </p:txBody>
        </p:sp>
        <p:sp>
          <p:nvSpPr>
            <p:cNvPr id="56" name="55 CuadroTexto"/>
            <p:cNvSpPr txBox="1"/>
            <p:nvPr/>
          </p:nvSpPr>
          <p:spPr>
            <a:xfrm rot="10800000" flipV="1">
              <a:off x="5940152" y="3356992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 smtClean="0"/>
                <a:t>MODEM- DCE</a:t>
              </a:r>
              <a:endParaRPr lang="es-ES" dirty="0"/>
            </a:p>
          </p:txBody>
        </p:sp>
      </p:grpSp>
      <p:sp>
        <p:nvSpPr>
          <p:cNvPr id="1047" name="1046 CuadroTexto"/>
          <p:cNvSpPr txBox="1"/>
          <p:nvPr/>
        </p:nvSpPr>
        <p:spPr>
          <a:xfrm>
            <a:off x="3851920" y="4797152"/>
            <a:ext cx="1470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PROTOCOLO</a:t>
            </a:r>
            <a:endParaRPr lang="es-ES" dirty="0"/>
          </a:p>
        </p:txBody>
      </p:sp>
      <p:grpSp>
        <p:nvGrpSpPr>
          <p:cNvPr id="1052" name="1051 Grupo"/>
          <p:cNvGrpSpPr/>
          <p:nvPr/>
        </p:nvGrpSpPr>
        <p:grpSpPr>
          <a:xfrm>
            <a:off x="1791928" y="4240073"/>
            <a:ext cx="1820846" cy="1061134"/>
            <a:chOff x="1863936" y="3887475"/>
            <a:chExt cx="1820846" cy="1660383"/>
          </a:xfrm>
        </p:grpSpPr>
        <p:grpSp>
          <p:nvGrpSpPr>
            <p:cNvPr id="1051" name="1050 Grupo"/>
            <p:cNvGrpSpPr/>
            <p:nvPr/>
          </p:nvGrpSpPr>
          <p:grpSpPr>
            <a:xfrm>
              <a:off x="1863936" y="4087242"/>
              <a:ext cx="1820846" cy="1460616"/>
              <a:chOff x="2007952" y="4087242"/>
              <a:chExt cx="1820846" cy="1460616"/>
            </a:xfrm>
          </p:grpSpPr>
          <p:sp>
            <p:nvSpPr>
              <p:cNvPr id="1046" name="1045 CuadroTexto"/>
              <p:cNvSpPr txBox="1"/>
              <p:nvPr/>
            </p:nvSpPr>
            <p:spPr>
              <a:xfrm>
                <a:off x="2267744" y="4984496"/>
                <a:ext cx="1080120" cy="369331"/>
              </a:xfrm>
              <a:prstGeom prst="rect">
                <a:avLst/>
              </a:prstGeom>
              <a:noFill/>
              <a:ln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ES" dirty="0" smtClean="0"/>
                  <a:t>MENSAJE</a:t>
                </a:r>
                <a:endParaRPr lang="es-ES" dirty="0"/>
              </a:p>
            </p:txBody>
          </p:sp>
          <p:sp>
            <p:nvSpPr>
              <p:cNvPr id="1048" name="1047 Cubo"/>
              <p:cNvSpPr/>
              <p:nvPr/>
            </p:nvSpPr>
            <p:spPr>
              <a:xfrm>
                <a:off x="2007952" y="4087242"/>
                <a:ext cx="1820846" cy="1460616"/>
              </a:xfrm>
              <a:prstGeom prst="cube">
                <a:avLst>
                  <a:gd name="adj" fmla="val 50238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1050" name="1049 CuadroTexto"/>
            <p:cNvSpPr txBox="1"/>
            <p:nvPr/>
          </p:nvSpPr>
          <p:spPr>
            <a:xfrm>
              <a:off x="2319274" y="3887475"/>
              <a:ext cx="740558" cy="646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>
                  <a:rot lat="20999999" lon="0" rev="0"/>
                </a:camera>
                <a:lightRig rig="threePt" dir="t"/>
              </a:scene3d>
            </a:bodyPr>
            <a:lstStyle/>
            <a:p>
              <a:r>
                <a:rPr lang="es-ES" dirty="0" smtClean="0"/>
                <a:t>DE:</a:t>
              </a:r>
            </a:p>
            <a:p>
              <a:r>
                <a:rPr lang="es-ES" dirty="0" smtClean="0"/>
                <a:t>PARA:</a:t>
              </a:r>
              <a:endParaRPr lang="es-ES" dirty="0"/>
            </a:p>
          </p:txBody>
        </p:sp>
      </p:grpSp>
      <p:cxnSp>
        <p:nvCxnSpPr>
          <p:cNvPr id="32" name="31 Conector recto de flecha"/>
          <p:cNvCxnSpPr>
            <a:stCxn id="1047" idx="1"/>
            <a:endCxn id="1048" idx="5"/>
          </p:cNvCxnSpPr>
          <p:nvPr/>
        </p:nvCxnSpPr>
        <p:spPr>
          <a:xfrm flipH="1" flipV="1">
            <a:off x="3612774" y="4599998"/>
            <a:ext cx="239146" cy="38182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50 Grupo"/>
          <p:cNvGrpSpPr/>
          <p:nvPr/>
        </p:nvGrpSpPr>
        <p:grpSpPr>
          <a:xfrm>
            <a:off x="2725557" y="908720"/>
            <a:ext cx="3934675" cy="2160240"/>
            <a:chOff x="2869573" y="1052736"/>
            <a:chExt cx="3934675" cy="2160240"/>
          </a:xfrm>
        </p:grpSpPr>
        <p:grpSp>
          <p:nvGrpSpPr>
            <p:cNvPr id="50" name="49 Grupo"/>
            <p:cNvGrpSpPr/>
            <p:nvPr/>
          </p:nvGrpSpPr>
          <p:grpSpPr>
            <a:xfrm>
              <a:off x="2869573" y="1052736"/>
              <a:ext cx="3934675" cy="2160240"/>
              <a:chOff x="3157605" y="1052736"/>
              <a:chExt cx="3934675" cy="2160240"/>
            </a:xfrm>
          </p:grpSpPr>
          <p:grpSp>
            <p:nvGrpSpPr>
              <p:cNvPr id="13" name="12 Grupo"/>
              <p:cNvGrpSpPr/>
              <p:nvPr/>
            </p:nvGrpSpPr>
            <p:grpSpPr>
              <a:xfrm>
                <a:off x="3203848" y="1844824"/>
                <a:ext cx="2520280" cy="1368152"/>
                <a:chOff x="2915816" y="3212976"/>
                <a:chExt cx="2520280" cy="1368152"/>
              </a:xfrm>
            </p:grpSpPr>
            <p:sp>
              <p:nvSpPr>
                <p:cNvPr id="5" name="4 Llamada de nube"/>
                <p:cNvSpPr/>
                <p:nvPr/>
              </p:nvSpPr>
              <p:spPr>
                <a:xfrm>
                  <a:off x="2915816" y="3212976"/>
                  <a:ext cx="2520280" cy="1368152"/>
                </a:xfrm>
                <a:prstGeom prst="cloudCallou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pic>
              <p:nvPicPr>
                <p:cNvPr id="12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073" t="45137" r="15818" b="19988"/>
                <a:stretch/>
              </p:blipFill>
              <p:spPr bwMode="auto">
                <a:xfrm>
                  <a:off x="3610131" y="3592546"/>
                  <a:ext cx="1249901" cy="55653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1043" name="1042 CuadroTexto"/>
              <p:cNvSpPr txBox="1"/>
              <p:nvPr/>
            </p:nvSpPr>
            <p:spPr>
              <a:xfrm>
                <a:off x="3157605" y="1331476"/>
                <a:ext cx="17744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 smtClean="0"/>
                  <a:t>MEDIO- CANAL</a:t>
                </a:r>
                <a:endParaRPr lang="es-ES" dirty="0"/>
              </a:p>
            </p:txBody>
          </p:sp>
          <p:sp>
            <p:nvSpPr>
              <p:cNvPr id="33" name="32 CuadroTexto"/>
              <p:cNvSpPr txBox="1"/>
              <p:nvPr/>
            </p:nvSpPr>
            <p:spPr>
              <a:xfrm>
                <a:off x="5004048" y="1052736"/>
                <a:ext cx="2088232" cy="6463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ES" dirty="0" smtClean="0"/>
                  <a:t>NODOS ENCAMINADORES</a:t>
                </a:r>
                <a:endParaRPr lang="es-ES" dirty="0"/>
              </a:p>
            </p:txBody>
          </p:sp>
        </p:grpSp>
        <p:cxnSp>
          <p:nvCxnSpPr>
            <p:cNvPr id="35" name="34 Conector recto de flecha"/>
            <p:cNvCxnSpPr>
              <a:stCxn id="33" idx="2"/>
              <a:endCxn id="12" idx="0"/>
            </p:cNvCxnSpPr>
            <p:nvPr/>
          </p:nvCxnSpPr>
          <p:spPr>
            <a:xfrm flipH="1">
              <a:off x="4235082" y="1699067"/>
              <a:ext cx="1525050" cy="525327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145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7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23</Words>
  <Application>Microsoft Office PowerPoint</Application>
  <PresentationFormat>Presentación en pantalla (4:3)</PresentationFormat>
  <Paragraphs>11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Verónica</dc:creator>
  <cp:lastModifiedBy>Usuario</cp:lastModifiedBy>
  <cp:revision>9</cp:revision>
  <dcterms:created xsi:type="dcterms:W3CDTF">2011-03-21T19:21:36Z</dcterms:created>
  <dcterms:modified xsi:type="dcterms:W3CDTF">2011-03-22T14:07:50Z</dcterms:modified>
</cp:coreProperties>
</file>