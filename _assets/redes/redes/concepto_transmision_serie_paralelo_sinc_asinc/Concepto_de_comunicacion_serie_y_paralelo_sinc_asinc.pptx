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57" r:id="rId8"/>
  </p:sldIdLst>
  <p:sldSz cx="9144000" cy="6858000" type="screen4x3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7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UY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5091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92085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15948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7138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1440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80564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86572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38572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2476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47199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8411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CD021-FB5B-44A7-B212-F2C2F5E102EE}" type="datetimeFigureOut">
              <a:rPr lang="es-UY" smtClean="0"/>
              <a:t>17/2/2025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9CD71-2C2D-40D5-ABCD-D379705B3018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6243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9512" y="-387423"/>
            <a:ext cx="8496944" cy="4176463"/>
          </a:xfrm>
        </p:spPr>
        <p:txBody>
          <a:bodyPr>
            <a:normAutofit/>
          </a:bodyPr>
          <a:lstStyle/>
          <a:p>
            <a:r>
              <a:rPr lang="es-ES" dirty="0" smtClean="0"/>
              <a:t>comunicación serie y paralelo. </a:t>
            </a: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sincrónica y asincrónica.</a:t>
            </a:r>
            <a:endParaRPr lang="es-UY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621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4150" y="731870"/>
            <a:ext cx="8229600" cy="4525963"/>
          </a:xfrm>
        </p:spPr>
        <p:txBody>
          <a:bodyPr/>
          <a:lstStyle/>
          <a:p>
            <a:r>
              <a:rPr lang="es-ES" dirty="0" smtClean="0"/>
              <a:t>Se refiere a la transmisión bit a bit de un dato</a:t>
            </a:r>
            <a:endParaRPr lang="es-UY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1341"/>
            <a:ext cx="8496944" cy="763363"/>
          </a:xfrm>
        </p:spPr>
        <p:txBody>
          <a:bodyPr>
            <a:normAutofit/>
          </a:bodyPr>
          <a:lstStyle/>
          <a:p>
            <a:r>
              <a:rPr lang="es-ES" dirty="0" smtClean="0"/>
              <a:t>comunicación serie</a:t>
            </a:r>
            <a:endParaRPr lang="es-UY" dirty="0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305" y="1340768"/>
            <a:ext cx="7082733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251520" y="2740943"/>
            <a:ext cx="85324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Para que esto suceda ambos dispositivos deben estar dispuestos a transferir datos y sincronizar sus </a:t>
            </a:r>
            <a:r>
              <a:rPr lang="es-ES" sz="3200" dirty="0" smtClean="0"/>
              <a:t>líneas </a:t>
            </a:r>
            <a:r>
              <a:rPr lang="es-ES" sz="3200" dirty="0"/>
              <a:t>de control para  coherentemente  almacenar el dato</a:t>
            </a:r>
            <a:endParaRPr lang="es-UY" sz="3200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55976" y="4293096"/>
            <a:ext cx="3552329" cy="181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688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Qué es la comunicación serie? | Robots Didáctic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Y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7975" y="908720"/>
            <a:ext cx="7848872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539552" y="3356992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Entre terminales existe </a:t>
            </a:r>
            <a:r>
              <a:rPr lang="es-ES" dirty="0" err="1" smtClean="0"/>
              <a:t>generos</a:t>
            </a:r>
            <a:r>
              <a:rPr lang="es-ES" dirty="0" smtClean="0"/>
              <a:t> de  </a:t>
            </a:r>
            <a:r>
              <a:rPr lang="es-ES" dirty="0" err="1" smtClean="0"/>
              <a:t>generacion</a:t>
            </a:r>
            <a:r>
              <a:rPr lang="es-ES" dirty="0" smtClean="0"/>
              <a:t> de datos (</a:t>
            </a:r>
            <a:r>
              <a:rPr lang="es-ES" dirty="0" err="1" smtClean="0"/>
              <a:t>dte</a:t>
            </a:r>
            <a:r>
              <a:rPr lang="es-ES" dirty="0" smtClean="0"/>
              <a:t>) y comunicador de datos (DCE) .Y sus correspondientes </a:t>
            </a:r>
            <a:r>
              <a:rPr lang="es-ES" dirty="0" err="1" smtClean="0"/>
              <a:t>lineas</a:t>
            </a:r>
            <a:r>
              <a:rPr lang="es-ES" dirty="0" smtClean="0"/>
              <a:t> de control. Normalizados por diferentes normas RS 232 o normas V35 , </a:t>
            </a:r>
            <a:r>
              <a:rPr lang="es-ES" dirty="0" err="1" smtClean="0"/>
              <a:t>etc</a:t>
            </a:r>
            <a:endParaRPr lang="es-UY" dirty="0"/>
          </a:p>
        </p:txBody>
      </p:sp>
      <p:sp>
        <p:nvSpPr>
          <p:cNvPr id="9" name="AutoShape 12" descr="V.35 | Telematica2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Y"/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600" y="4227513"/>
            <a:ext cx="5688632" cy="2441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76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comunicación  paralelo.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Aquí la comunicación se da en mas de un bit simultaneo y </a:t>
            </a:r>
            <a:r>
              <a:rPr lang="es-ES" b="1" dirty="0" err="1" smtClean="0"/>
              <a:t>tambien</a:t>
            </a:r>
            <a:r>
              <a:rPr lang="es-ES" b="1" dirty="0" smtClean="0"/>
              <a:t> se deben sincronizar </a:t>
            </a:r>
            <a:r>
              <a:rPr lang="es-ES" b="1" dirty="0" err="1" smtClean="0"/>
              <a:t>lineas</a:t>
            </a:r>
            <a:r>
              <a:rPr lang="es-ES" b="1" dirty="0" smtClean="0"/>
              <a:t> de control para la </a:t>
            </a:r>
            <a:r>
              <a:rPr lang="es-ES" b="1" dirty="0" err="1" smtClean="0"/>
              <a:t>interpretacion</a:t>
            </a:r>
            <a:r>
              <a:rPr lang="es-ES" b="1" dirty="0" smtClean="0"/>
              <a:t> de los datos </a:t>
            </a:r>
            <a:endParaRPr lang="es-UY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5537" y="3717032"/>
            <a:ext cx="5040560" cy="2842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76056" y="3645024"/>
            <a:ext cx="3816424" cy="321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11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comunicación sincrónica</a:t>
            </a:r>
            <a:endParaRPr lang="es-UY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1600" y="2132856"/>
            <a:ext cx="7128792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4" y="4653136"/>
            <a:ext cx="7128792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755576" y="1052736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Refiere a la temporalidad de emisión e interpretación de la transferencia de datos. En el caso de la transferencia sincrónica se utiliza un canal a parte de los datos de donde se obtiene una base de tiempo de envió y recepción única para todos los participantes de la comunicación , llamada señal de reloj (CK). </a:t>
            </a:r>
            <a:endParaRPr lang="es-UY" dirty="0"/>
          </a:p>
        </p:txBody>
      </p:sp>
      <p:grpSp>
        <p:nvGrpSpPr>
          <p:cNvPr id="8" name="7 Grupo"/>
          <p:cNvGrpSpPr/>
          <p:nvPr/>
        </p:nvGrpSpPr>
        <p:grpSpPr>
          <a:xfrm>
            <a:off x="3436771" y="2124174"/>
            <a:ext cx="1656184" cy="872778"/>
            <a:chOff x="3436771" y="2124174"/>
            <a:chExt cx="1656184" cy="872778"/>
          </a:xfrm>
        </p:grpSpPr>
        <p:sp>
          <p:nvSpPr>
            <p:cNvPr id="6" name="5 CuadroTexto"/>
            <p:cNvSpPr txBox="1"/>
            <p:nvPr/>
          </p:nvSpPr>
          <p:spPr>
            <a:xfrm>
              <a:off x="3436771" y="2124174"/>
              <a:ext cx="1656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smtClean="0"/>
                <a:t>DATA</a:t>
              </a:r>
              <a:endParaRPr lang="es-UY" dirty="0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3466282" y="2627620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smtClean="0"/>
                <a:t>CLOCK</a:t>
              </a:r>
              <a:endParaRPr lang="es-UY" dirty="0"/>
            </a:p>
          </p:txBody>
        </p:sp>
      </p:grpSp>
      <p:sp>
        <p:nvSpPr>
          <p:cNvPr id="9" name="8 CuadroTexto"/>
          <p:cNvSpPr txBox="1"/>
          <p:nvPr/>
        </p:nvSpPr>
        <p:spPr>
          <a:xfrm>
            <a:off x="755576" y="3284984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La transferencia y procesamiento de los datos dependerá de esa base temporal 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02774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0"/>
            <a:ext cx="7200800" cy="908720"/>
          </a:xfrm>
        </p:spPr>
        <p:txBody>
          <a:bodyPr/>
          <a:lstStyle/>
          <a:p>
            <a:r>
              <a:rPr lang="es-ES" dirty="0" smtClean="0"/>
              <a:t>comunicación asincrónica.</a:t>
            </a:r>
            <a:endParaRPr lang="es-UY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43" r="-2238"/>
          <a:stretch/>
        </p:blipFill>
        <p:spPr bwMode="auto">
          <a:xfrm>
            <a:off x="1295636" y="2402197"/>
            <a:ext cx="6984776" cy="116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9752" y="3789040"/>
            <a:ext cx="3528392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683568" y="908720"/>
            <a:ext cx="8208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Al no existir base de tiempo los datos se emiten y dentro de ellos van señales que posibilitan la interpretación de los mismos , como así también la detección y /o corrección de errores</a:t>
            </a:r>
          </a:p>
          <a:p>
            <a:r>
              <a:rPr lang="es-ES" dirty="0" smtClean="0"/>
              <a:t>Los participantes de la comunicación mínimamente acuerdan protocolos  velocidad </a:t>
            </a:r>
            <a:r>
              <a:rPr lang="es-ES" dirty="0" err="1" smtClean="0"/>
              <a:t>etc</a:t>
            </a:r>
            <a:r>
              <a:rPr lang="es-ES" dirty="0" smtClean="0"/>
              <a:t> para la utilización de estos canales de menor control  de transferencias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1456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CONSIGNA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POR GRUPO INVESTIGAR  UN EJEMPLO Y EXPONER EN UNA PRESENTACION ORAL QUE SERA  EVAÑUADA POR EL GRUPÒ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760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257</Words>
  <Application>Microsoft Office PowerPoint</Application>
  <PresentationFormat>Presentación en pantalla (4:3)</PresentationFormat>
  <Paragraphs>17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comunicación serie y paralelo.  sincrónica y asincrónica.</vt:lpstr>
      <vt:lpstr>comunicación serie</vt:lpstr>
      <vt:lpstr>Presentación de PowerPoint</vt:lpstr>
      <vt:lpstr>comunicación  paralelo.</vt:lpstr>
      <vt:lpstr>comunicación sincrónica</vt:lpstr>
      <vt:lpstr>comunicación asincrónica.</vt:lpstr>
      <vt:lpstr>CONSIGNA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 de comunicación serie y paralelo.  Síncrona y Asíncrona.</dc:title>
  <dc:creator>Victor</dc:creator>
  <cp:lastModifiedBy>Victor</cp:lastModifiedBy>
  <cp:revision>12</cp:revision>
  <dcterms:created xsi:type="dcterms:W3CDTF">2025-02-17T19:22:35Z</dcterms:created>
  <dcterms:modified xsi:type="dcterms:W3CDTF">2025-02-17T22:22:26Z</dcterms:modified>
</cp:coreProperties>
</file>