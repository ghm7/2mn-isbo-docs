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3227" y="4050833"/>
            <a:ext cx="7766936" cy="1646302"/>
          </a:xfrm>
        </p:spPr>
        <p:txBody>
          <a:bodyPr/>
          <a:lstStyle/>
          <a:p>
            <a:pPr algn="l"/>
            <a:r>
              <a:rPr lang="es-ES" sz="6600" dirty="0" smtClean="0"/>
              <a:t>ALGUNOS COMANDOS PARA DIAGNOSTICO EN INSTALACIONES DE RED</a:t>
            </a:r>
            <a:endParaRPr lang="es-ES" sz="6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956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Prácticas de comandos de red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sz="4000" b="1" dirty="0" err="1"/>
              <a:t>Ipconfig</a:t>
            </a:r>
            <a:endParaRPr lang="es-ES" sz="4000" b="1" dirty="0"/>
          </a:p>
          <a:p>
            <a:r>
              <a:rPr lang="es-ES" sz="4000" b="1" dirty="0" smtClean="0"/>
              <a:t>Ping</a:t>
            </a:r>
            <a:r>
              <a:rPr lang="es-ES" sz="4000" b="1" dirty="0"/>
              <a:t> </a:t>
            </a:r>
          </a:p>
          <a:p>
            <a:r>
              <a:rPr lang="es-ES" sz="4000" b="1" dirty="0" err="1"/>
              <a:t>Traceroute</a:t>
            </a:r>
            <a:r>
              <a:rPr lang="es-ES" sz="4000" b="1" dirty="0"/>
              <a:t> </a:t>
            </a:r>
          </a:p>
          <a:p>
            <a:r>
              <a:rPr lang="es-ES" sz="4000" b="1" dirty="0" err="1"/>
              <a:t>Arp</a:t>
            </a:r>
            <a:endParaRPr lang="es-ES" sz="4000" b="1" dirty="0"/>
          </a:p>
          <a:p>
            <a:r>
              <a:rPr lang="es-ES" sz="4000" b="1" dirty="0" err="1"/>
              <a:t>Netstat</a:t>
            </a:r>
            <a:endParaRPr lang="es-ES" sz="4000" b="1" dirty="0"/>
          </a:p>
          <a:p>
            <a:r>
              <a:rPr lang="es-ES" sz="4000" b="1" dirty="0" err="1" smtClean="0"/>
              <a:t>Nslookup</a:t>
            </a:r>
            <a:endParaRPr lang="es-E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424729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dirty="0" err="1" smtClean="0"/>
              <a:t>Ipconfig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Estado de las </a:t>
            </a:r>
            <a:r>
              <a:rPr lang="es-ES" dirty="0" err="1" smtClean="0"/>
              <a:t>conecxiones</a:t>
            </a:r>
            <a:r>
              <a:rPr lang="es-ES" dirty="0" smtClean="0"/>
              <a:t> de red, Gateway mascara DNS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7400" t="16040" r="47400" b="48920"/>
          <a:stretch/>
        </p:blipFill>
        <p:spPr>
          <a:xfrm>
            <a:off x="835830" y="3199167"/>
            <a:ext cx="5510784" cy="267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5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Netstat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Puertos abiertos de capa de transporte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87" t="29773" r="48849" b="48239"/>
          <a:stretch/>
        </p:blipFill>
        <p:spPr>
          <a:xfrm>
            <a:off x="410623" y="2036565"/>
            <a:ext cx="10516816" cy="324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7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152" y="4213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b="1" dirty="0" err="1" smtClean="0"/>
              <a:t>Arp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sz="4000" dirty="0"/>
              <a:t>Este comando de red sirve para modificar y ver la tabla ARP, la cual recoge los mapeos entre dirección IP y dirección MAC</a:t>
            </a:r>
            <a:r>
              <a:rPr lang="es-ES" b="1" dirty="0"/>
              <a:t/>
            </a:r>
            <a:br>
              <a:rPr lang="es-ES" b="1" dirty="0"/>
            </a:b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85" t="56818" r="54225" b="18628"/>
          <a:stretch/>
        </p:blipFill>
        <p:spPr>
          <a:xfrm>
            <a:off x="553796" y="3754381"/>
            <a:ext cx="8384147" cy="307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7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Ping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hay conectividad entre nuestra máquina y otra máquina en la red.</a:t>
            </a:r>
          </a:p>
          <a:p>
            <a:r>
              <a:rPr lang="es-ES" dirty="0"/>
              <a:t>Sirve para medir la “velocidad” o el tiempo de latencia.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r="9946" b="4869"/>
          <a:stretch/>
        </p:blipFill>
        <p:spPr>
          <a:xfrm>
            <a:off x="576067" y="3987043"/>
            <a:ext cx="9572483" cy="28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3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Traceroute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comando de red nos permitirá saber por dónde pasa el paquete (máquinas, </a:t>
            </a:r>
            <a:r>
              <a:rPr lang="es-ES" b="1" dirty="0" err="1"/>
              <a:t>switches</a:t>
            </a:r>
            <a:r>
              <a:rPr lang="es-ES" b="1" dirty="0"/>
              <a:t>, </a:t>
            </a:r>
            <a:r>
              <a:rPr lang="es-ES" b="1" dirty="0" err="1"/>
              <a:t>routers</a:t>
            </a:r>
            <a:r>
              <a:rPr lang="es-ES" b="1" dirty="0"/>
              <a:t>) y comprobar que nuestra red funciona correctamente.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3624" t="8400" r="45751" b="55000"/>
          <a:stretch/>
        </p:blipFill>
        <p:spPr>
          <a:xfrm>
            <a:off x="1203960" y="3322320"/>
            <a:ext cx="8634334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0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13765"/>
            <a:ext cx="10515600" cy="869315"/>
          </a:xfrm>
        </p:spPr>
        <p:txBody>
          <a:bodyPr>
            <a:normAutofit fontScale="90000"/>
          </a:bodyPr>
          <a:lstStyle/>
          <a:p>
            <a:r>
              <a:rPr lang="es-ES" b="1" dirty="0" err="1" smtClean="0"/>
              <a:t>Nslookup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b="1" dirty="0" smtClean="0"/>
              <a:t>.</a:t>
            </a:r>
            <a:r>
              <a:rPr lang="es-ES" dirty="0" smtClean="0"/>
              <a:t>para acceder a las entradas DNS (servidores </a:t>
            </a:r>
            <a:r>
              <a:rPr lang="es-ES" dirty="0"/>
              <a:t>de </a:t>
            </a:r>
            <a:r>
              <a:rPr lang="es-ES" dirty="0" smtClean="0"/>
              <a:t>nombres de dominio)</a:t>
            </a:r>
            <a:r>
              <a:rPr lang="es-ES" b="1" dirty="0"/>
              <a:t/>
            </a:r>
            <a:br>
              <a:rPr lang="es-ES" b="1" dirty="0"/>
            </a:b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054" y="3265872"/>
            <a:ext cx="6986981" cy="355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4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73</Words>
  <Application>Microsoft Office PowerPoint</Application>
  <PresentationFormat>Panorámica</PresentationFormat>
  <Paragraphs>17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</vt:lpstr>
      <vt:lpstr>ALGUNOS COMANDOS PARA DIAGNOSTICO EN INSTALACIONES DE RED</vt:lpstr>
      <vt:lpstr>Prácticas de comandos de red</vt:lpstr>
      <vt:lpstr>Ipconfig Estado de las conecxiones de red, Gateway mascara DNS</vt:lpstr>
      <vt:lpstr>Netstat Puertos abiertos de capa de transporte</vt:lpstr>
      <vt:lpstr>Arp Este comando de red sirve para modificar y ver la tabla ARP, la cual recoge los mapeos entre dirección IP y dirección MAC </vt:lpstr>
      <vt:lpstr>Ping</vt:lpstr>
      <vt:lpstr>Traceroute</vt:lpstr>
      <vt:lpstr>Nslookup .para acceder a las entradas DNS (servidores de nombres de dominio) </vt:lpstr>
    </vt:vector>
  </TitlesOfParts>
  <Company>Usuario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ALGUNOS COMANDOS PARA DIAGNOSTICO EN INSTALACIONES DE RED</dc:title>
  <dc:creator>Usuario</dc:creator>
  <cp:lastModifiedBy>Usuario</cp:lastModifiedBy>
  <cp:revision>3</cp:revision>
  <dcterms:created xsi:type="dcterms:W3CDTF">2020-04-23T23:03:34Z</dcterms:created>
  <dcterms:modified xsi:type="dcterms:W3CDTF">2020-04-25T13:38:10Z</dcterms:modified>
</cp:coreProperties>
</file>