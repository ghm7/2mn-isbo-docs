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>
        <p:scale>
          <a:sx n="50" d="100"/>
          <a:sy n="50" d="100"/>
        </p:scale>
        <p:origin x="510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0ABA3-A0C5-43D7-AF47-97F48545F882}" type="datetimeFigureOut">
              <a:rPr lang="es-ES" smtClean="0"/>
              <a:t>01/04/2020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B54B0-BE56-4095-BF33-AD0463825BA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028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0ABA3-A0C5-43D7-AF47-97F48545F882}" type="datetimeFigureOut">
              <a:rPr lang="es-ES" smtClean="0"/>
              <a:t>01/04/2020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B54B0-BE56-4095-BF33-AD0463825BA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1774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0ABA3-A0C5-43D7-AF47-97F48545F882}" type="datetimeFigureOut">
              <a:rPr lang="es-ES" smtClean="0"/>
              <a:t>01/04/2020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B54B0-BE56-4095-BF33-AD0463825BA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134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0ABA3-A0C5-43D7-AF47-97F48545F882}" type="datetimeFigureOut">
              <a:rPr lang="es-ES" smtClean="0"/>
              <a:t>01/04/2020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B54B0-BE56-4095-BF33-AD0463825BA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0529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0ABA3-A0C5-43D7-AF47-97F48545F882}" type="datetimeFigureOut">
              <a:rPr lang="es-ES" smtClean="0"/>
              <a:t>01/04/2020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B54B0-BE56-4095-BF33-AD0463825BA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4187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0ABA3-A0C5-43D7-AF47-97F48545F882}" type="datetimeFigureOut">
              <a:rPr lang="es-ES" smtClean="0"/>
              <a:t>01/04/2020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B54B0-BE56-4095-BF33-AD0463825BA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4464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0ABA3-A0C5-43D7-AF47-97F48545F882}" type="datetimeFigureOut">
              <a:rPr lang="es-ES" smtClean="0"/>
              <a:t>01/04/2020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B54B0-BE56-4095-BF33-AD0463825BA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7890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0ABA3-A0C5-43D7-AF47-97F48545F882}" type="datetimeFigureOut">
              <a:rPr lang="es-ES" smtClean="0"/>
              <a:t>01/04/2020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B54B0-BE56-4095-BF33-AD0463825BA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4806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0ABA3-A0C5-43D7-AF47-97F48545F882}" type="datetimeFigureOut">
              <a:rPr lang="es-ES" smtClean="0"/>
              <a:t>01/04/2020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B54B0-BE56-4095-BF33-AD0463825BA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3193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0ABA3-A0C5-43D7-AF47-97F48545F882}" type="datetimeFigureOut">
              <a:rPr lang="es-ES" smtClean="0"/>
              <a:t>01/04/2020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B54B0-BE56-4095-BF33-AD0463825BA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3367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0ABA3-A0C5-43D7-AF47-97F48545F882}" type="datetimeFigureOut">
              <a:rPr lang="es-ES" smtClean="0"/>
              <a:t>01/04/2020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B54B0-BE56-4095-BF33-AD0463825BA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819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0ABA3-A0C5-43D7-AF47-97F48545F882}" type="datetimeFigureOut">
              <a:rPr lang="es-ES" smtClean="0"/>
              <a:t>01/04/2020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FB54B0-BE56-4095-BF33-AD0463825BA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1000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filehorse.com/es/descargar-cisco-packet-tracer-32/27899/descargar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s.calameo.com/books/005208565d075e67ae39f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google.com/document/d/1BR51-ZSxrBnKuiDY1_j2b5xuqCJ8nBs9JzJ0T5VqDP0/edit?usp=sharin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7654" y="-110349"/>
            <a:ext cx="12587496" cy="69145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429406" y="2651618"/>
            <a:ext cx="7144512" cy="1060005"/>
          </a:xfrm>
        </p:spPr>
        <p:txBody>
          <a:bodyPr>
            <a:noAutofit/>
          </a:bodyPr>
          <a:lstStyle/>
          <a:p>
            <a:r>
              <a:rPr lang="es-ES" sz="6600" b="1" dirty="0" smtClean="0"/>
              <a:t>Unidad 2 </a:t>
            </a:r>
            <a:br>
              <a:rPr lang="es-ES" sz="6600" b="1" dirty="0" smtClean="0"/>
            </a:br>
            <a:r>
              <a:rPr lang="es-ES" sz="6600" b="1" dirty="0" smtClean="0"/>
              <a:t>Redes y Trasmisión de datos II ALTD </a:t>
            </a:r>
            <a:endParaRPr lang="es-ES" sz="66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4312117"/>
            <a:ext cx="9144000" cy="1655762"/>
          </a:xfrm>
        </p:spPr>
        <p:txBody>
          <a:bodyPr>
            <a:no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sz="3200" b="1" dirty="0" smtClean="0"/>
              <a:t>Función de dispositivos de capa 2,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sz="3200" b="1" dirty="0" smtClean="0"/>
              <a:t>BRIDGE,SWITCH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sz="3200" b="1" dirty="0" smtClean="0"/>
              <a:t>PLANTEAR TOPOLOGIAS Y CASCADAS EN PACKET TRACER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ES" sz="3200" b="1" dirty="0" smtClean="0"/>
              <a:t>CONFIGURAR COMPONENTES</a:t>
            </a:r>
            <a:endParaRPr lang="es-ES" sz="3200" b="1" dirty="0"/>
          </a:p>
        </p:txBody>
      </p:sp>
    </p:spTree>
    <p:extLst>
      <p:ext uri="{BB962C8B-B14F-4D97-AF65-F5344CB8AC3E}">
        <p14:creationId xmlns:p14="http://schemas.microsoft.com/office/powerpoint/2010/main" val="2418373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500" y="2086801"/>
            <a:ext cx="4382166" cy="2605205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48" y="2325418"/>
            <a:ext cx="4780010" cy="2806612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5637" y="73628"/>
            <a:ext cx="10515600" cy="1325563"/>
          </a:xfrm>
        </p:spPr>
        <p:txBody>
          <a:bodyPr/>
          <a:lstStyle/>
          <a:p>
            <a:r>
              <a:rPr lang="es-ES" dirty="0" smtClean="0"/>
              <a:t>Dispositivos de capa 2 </a:t>
            </a:r>
            <a:r>
              <a:rPr lang="es-ES" dirty="0" err="1" smtClean="0"/>
              <a:t>nic</a:t>
            </a:r>
            <a:r>
              <a:rPr lang="es-ES" dirty="0" smtClean="0"/>
              <a:t> bridges </a:t>
            </a:r>
            <a:r>
              <a:rPr lang="es-ES" dirty="0" err="1" smtClean="0"/>
              <a:t>switch</a:t>
            </a: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>Enlazar datos de capas superiores a la red 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1525316"/>
            <a:ext cx="11728704" cy="5458808"/>
          </a:xfrm>
        </p:spPr>
        <p:txBody>
          <a:bodyPr>
            <a:normAutofit/>
          </a:bodyPr>
          <a:lstStyle/>
          <a:p>
            <a:r>
              <a:rPr lang="es-ES" dirty="0" smtClean="0"/>
              <a:t>NIC: Conexión de dispositivo de red </a:t>
            </a:r>
          </a:p>
          <a:p>
            <a:endParaRPr lang="es-ES" dirty="0"/>
          </a:p>
          <a:p>
            <a:endParaRPr lang="es-ES" dirty="0" smtClean="0"/>
          </a:p>
          <a:p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endParaRPr lang="es-ES" dirty="0"/>
          </a:p>
          <a:p>
            <a:pPr marL="0" indent="0">
              <a:buNone/>
            </a:pPr>
            <a:r>
              <a:rPr lang="es-ES" dirty="0" smtClean="0"/>
              <a:t>       802.3 Ethernet                              802.8 F.O.                     802.11 </a:t>
            </a:r>
            <a:r>
              <a:rPr lang="es-ES" dirty="0" err="1" smtClean="0"/>
              <a:t>WiFi</a:t>
            </a:r>
            <a:endParaRPr lang="es-ES" dirty="0" smtClean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4247" y="1235453"/>
            <a:ext cx="3536105" cy="353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843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> BRIDGE: extiende el alcance LAN</a:t>
            </a:r>
            <a:endParaRPr lang="es-E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52" r="598"/>
          <a:stretch/>
        </p:blipFill>
        <p:spPr>
          <a:xfrm>
            <a:off x="1658113" y="2036064"/>
            <a:ext cx="6522720" cy="4769855"/>
          </a:xfrm>
          <a:prstGeom prst="rect">
            <a:avLst/>
          </a:prstGeom>
        </p:spPr>
      </p:pic>
      <p:sp>
        <p:nvSpPr>
          <p:cNvPr id="5" name="Rectángulo redondeado 4"/>
          <p:cNvSpPr/>
          <p:nvPr/>
        </p:nvSpPr>
        <p:spPr>
          <a:xfrm>
            <a:off x="1658112" y="1865159"/>
            <a:ext cx="2976949" cy="999744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redondeado 5"/>
          <p:cNvSpPr/>
          <p:nvPr/>
        </p:nvSpPr>
        <p:spPr>
          <a:xfrm>
            <a:off x="5829460" y="1865159"/>
            <a:ext cx="2589324" cy="999744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redondeado 6"/>
          <p:cNvSpPr/>
          <p:nvPr/>
        </p:nvSpPr>
        <p:spPr>
          <a:xfrm>
            <a:off x="1384840" y="6038185"/>
            <a:ext cx="2493477" cy="573652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redondeado 7"/>
          <p:cNvSpPr/>
          <p:nvPr/>
        </p:nvSpPr>
        <p:spPr>
          <a:xfrm>
            <a:off x="5793940" y="6080225"/>
            <a:ext cx="2493477" cy="573652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812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SWITCH: Distribuir trafico por dirección MAC</a:t>
            </a:r>
            <a:br>
              <a:rPr lang="es-ES" dirty="0" smtClean="0"/>
            </a:br>
            <a:endParaRPr lang="es-ES" dirty="0"/>
          </a:p>
        </p:txBody>
      </p:sp>
      <p:pic>
        <p:nvPicPr>
          <p:cNvPr id="8" name="Marcador de contenido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69" y="1822022"/>
            <a:ext cx="4648200" cy="1600200"/>
          </a:xfr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t="47831" r="5192"/>
          <a:stretch/>
        </p:blipFill>
        <p:spPr>
          <a:xfrm>
            <a:off x="5344519" y="1348334"/>
            <a:ext cx="5454868" cy="2709078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4"/>
          <a:srcRect l="5166" t="30754" r="3196" b="36875"/>
          <a:stretch/>
        </p:blipFill>
        <p:spPr>
          <a:xfrm>
            <a:off x="1292771" y="997005"/>
            <a:ext cx="3074277" cy="693683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34" y="4057412"/>
            <a:ext cx="6249052" cy="280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392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 smtClean="0"/>
              <a:t>PLANTEAR TOPOLOGIAS Y CASCADAS EN PACKET TRACER (Por norma no mas de 4 cascadas)</a:t>
            </a:r>
            <a:br>
              <a:rPr lang="es-ES" b="1" dirty="0" smtClean="0"/>
            </a:b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Deberemos descargar e instalar </a:t>
            </a:r>
            <a:r>
              <a:rPr lang="es-ES" dirty="0" err="1" smtClean="0">
                <a:hlinkClick r:id="rId2"/>
              </a:rPr>
              <a:t>packet</a:t>
            </a:r>
            <a:r>
              <a:rPr lang="es-ES" dirty="0" smtClean="0">
                <a:hlinkClick r:id="rId2"/>
              </a:rPr>
              <a:t> </a:t>
            </a:r>
            <a:r>
              <a:rPr lang="es-ES" dirty="0" err="1" smtClean="0">
                <a:hlinkClick r:id="rId2"/>
              </a:rPr>
              <a:t>tracer</a:t>
            </a:r>
            <a:r>
              <a:rPr lang="es-ES" dirty="0" smtClean="0">
                <a:hlinkClick r:id="rId2"/>
              </a:rPr>
              <a:t> 6.22</a:t>
            </a:r>
            <a:r>
              <a:rPr lang="es-ES" dirty="0" smtClean="0"/>
              <a:t> y configurar la mayor cantidad de topologías configurando las terminales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/>
          <a:srcRect l="25086" t="19276" r="24224" b="59000"/>
          <a:stretch/>
        </p:blipFill>
        <p:spPr>
          <a:xfrm>
            <a:off x="1216152" y="2743200"/>
            <a:ext cx="4114800" cy="110217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4256" y="2928445"/>
            <a:ext cx="6256939" cy="350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88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20634" t="21397" r="30257" b="28960"/>
          <a:stretch/>
        </p:blipFill>
        <p:spPr>
          <a:xfrm>
            <a:off x="4628493" y="3075139"/>
            <a:ext cx="5987441" cy="378286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853859"/>
            <a:ext cx="7580586" cy="45719"/>
          </a:xfrm>
        </p:spPr>
        <p:txBody>
          <a:bodyPr>
            <a:normAutofit fontScale="90000"/>
          </a:bodyPr>
          <a:lstStyle/>
          <a:p>
            <a:r>
              <a:rPr lang="es-ES" b="1" dirty="0" smtClean="0"/>
              <a:t>CONFIGURAR COMPONENTES</a:t>
            </a:r>
            <a:br>
              <a:rPr lang="es-ES" b="1" dirty="0" smtClean="0"/>
            </a:b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899578"/>
            <a:ext cx="11353800" cy="5958422"/>
          </a:xfrm>
        </p:spPr>
        <p:txBody>
          <a:bodyPr/>
          <a:lstStyle/>
          <a:p>
            <a:r>
              <a:rPr lang="es-ES" dirty="0" smtClean="0">
                <a:hlinkClick r:id="rId3"/>
              </a:rPr>
              <a:t>Manual </a:t>
            </a:r>
            <a:r>
              <a:rPr lang="es-ES" dirty="0">
                <a:hlinkClick r:id="rId3"/>
              </a:rPr>
              <a:t>básico </a:t>
            </a:r>
            <a:r>
              <a:rPr lang="es-ES" dirty="0" err="1">
                <a:hlinkClick r:id="rId3"/>
              </a:rPr>
              <a:t>packet</a:t>
            </a:r>
            <a:r>
              <a:rPr lang="es-ES" dirty="0">
                <a:hlinkClick r:id="rId3"/>
              </a:rPr>
              <a:t> </a:t>
            </a:r>
            <a:r>
              <a:rPr lang="es-ES" dirty="0" err="1" smtClean="0">
                <a:hlinkClick r:id="rId3"/>
              </a:rPr>
              <a:t>tracert</a:t>
            </a:r>
            <a:endParaRPr lang="es-ES" dirty="0" smtClean="0"/>
          </a:p>
          <a:p>
            <a:r>
              <a:rPr lang="es-ES" dirty="0" err="1" smtClean="0">
                <a:hlinkClick r:id="rId4"/>
              </a:rPr>
              <a:t>Configuracion</a:t>
            </a:r>
            <a:r>
              <a:rPr lang="es-ES" dirty="0" smtClean="0">
                <a:hlinkClick r:id="rId4"/>
              </a:rPr>
              <a:t> básica</a:t>
            </a:r>
            <a:r>
              <a:rPr lang="es-ES" dirty="0" smtClean="0"/>
              <a:t>, para cada </a:t>
            </a:r>
            <a:r>
              <a:rPr lang="es-ES" dirty="0" err="1" smtClean="0"/>
              <a:t>switch</a:t>
            </a:r>
            <a:endParaRPr lang="es-ES" dirty="0" smtClean="0"/>
          </a:p>
          <a:p>
            <a:r>
              <a:rPr lang="es-ES" dirty="0" smtClean="0"/>
              <a:t>Tarea 1, identificar utilidad de comandos en configuración básica</a:t>
            </a:r>
          </a:p>
          <a:p>
            <a:r>
              <a:rPr lang="es-ES" dirty="0" smtClean="0"/>
              <a:t>Tarea 2, implementar al menos 3 topológicas distintas con </a:t>
            </a:r>
            <a:r>
              <a:rPr lang="es-ES" dirty="0" err="1" smtClean="0"/>
              <a:t>switch</a:t>
            </a:r>
            <a:r>
              <a:rPr lang="es-ES" dirty="0" smtClean="0"/>
              <a:t> en cascada como la figura</a:t>
            </a:r>
            <a:endParaRPr lang="es-ES" dirty="0"/>
          </a:p>
          <a:p>
            <a:r>
              <a:rPr lang="es-ES" dirty="0" smtClean="0"/>
              <a:t>Considerar 1 LAN</a:t>
            </a:r>
          </a:p>
          <a:p>
            <a:r>
              <a:rPr lang="es-ES" dirty="0" smtClean="0"/>
              <a:t>Salvar cada configuración en</a:t>
            </a:r>
          </a:p>
          <a:p>
            <a:pPr marL="0" indent="0">
              <a:buNone/>
            </a:pPr>
            <a:r>
              <a:rPr lang="es-ES" dirty="0" smtClean="0"/>
              <a:t>   block de notas</a:t>
            </a:r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val="4220123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"/>
            <a:ext cx="3009900" cy="762000"/>
          </a:xfrm>
        </p:spPr>
        <p:txBody>
          <a:bodyPr/>
          <a:lstStyle/>
          <a:p>
            <a:r>
              <a:rPr lang="es-ES" dirty="0" smtClean="0"/>
              <a:t>conectando</a:t>
            </a:r>
            <a:endParaRPr lang="es-E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1936" t="26079" r="48967" b="54453"/>
          <a:stretch/>
        </p:blipFill>
        <p:spPr>
          <a:xfrm>
            <a:off x="190500" y="714374"/>
            <a:ext cx="2343150" cy="100965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l="25937" t="25000" r="45156" b="44250"/>
          <a:stretch/>
        </p:blipFill>
        <p:spPr>
          <a:xfrm>
            <a:off x="6800850" y="-2"/>
            <a:ext cx="3524250" cy="187642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4"/>
          <a:srcRect l="36875" t="19750" r="44062" b="60250"/>
          <a:stretch/>
        </p:blipFill>
        <p:spPr>
          <a:xfrm>
            <a:off x="3774281" y="611820"/>
            <a:ext cx="2324100" cy="122872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5"/>
          <a:srcRect l="25938" t="26750" r="27344" b="16750"/>
          <a:stretch/>
        </p:blipFill>
        <p:spPr>
          <a:xfrm>
            <a:off x="5581650" y="2019937"/>
            <a:ext cx="6400800" cy="4838063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80963" y="1876424"/>
            <a:ext cx="3295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1 conectar cable terminal rs232</a:t>
            </a:r>
            <a:endParaRPr lang="es-ES" dirty="0"/>
          </a:p>
        </p:txBody>
      </p:sp>
      <p:sp>
        <p:nvSpPr>
          <p:cNvPr id="9" name="CuadroTexto 8"/>
          <p:cNvSpPr txBox="1"/>
          <p:nvPr/>
        </p:nvSpPr>
        <p:spPr>
          <a:xfrm>
            <a:off x="3743325" y="206610"/>
            <a:ext cx="3295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2 Abrir terminal pc</a:t>
            </a:r>
            <a:endParaRPr lang="es-ES" dirty="0"/>
          </a:p>
        </p:txBody>
      </p:sp>
      <p:sp>
        <p:nvSpPr>
          <p:cNvPr id="10" name="CuadroTexto 9"/>
          <p:cNvSpPr txBox="1"/>
          <p:nvPr/>
        </p:nvSpPr>
        <p:spPr>
          <a:xfrm>
            <a:off x="564356" y="2457447"/>
            <a:ext cx="49268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3 cargar la configuración básica editando </a:t>
            </a:r>
            <a:r>
              <a:rPr lang="es-ES" dirty="0" err="1" smtClean="0"/>
              <a:t>pass</a:t>
            </a:r>
            <a:r>
              <a:rPr lang="es-ES" dirty="0" smtClean="0"/>
              <a:t> </a:t>
            </a:r>
            <a:r>
              <a:rPr lang="es-ES" dirty="0" err="1" smtClean="0"/>
              <a:t>hostname</a:t>
            </a:r>
            <a:r>
              <a:rPr lang="es-ES" dirty="0" smtClean="0"/>
              <a:t> e </a:t>
            </a:r>
            <a:r>
              <a:rPr lang="es-ES" dirty="0" err="1" smtClean="0"/>
              <a:t>ip</a:t>
            </a:r>
            <a:r>
              <a:rPr lang="es-ES" dirty="0" smtClean="0"/>
              <a:t> de cada equipo</a:t>
            </a:r>
          </a:p>
          <a:p>
            <a:r>
              <a:rPr lang="es-ES" dirty="0" smtClean="0"/>
              <a:t>La tecla </a:t>
            </a:r>
            <a:r>
              <a:rPr lang="es-ES" dirty="0" err="1" smtClean="0"/>
              <a:t>tab</a:t>
            </a:r>
            <a:r>
              <a:rPr lang="es-ES" dirty="0" smtClean="0"/>
              <a:t> completa comandos</a:t>
            </a:r>
          </a:p>
          <a:p>
            <a:r>
              <a:rPr lang="es-ES" dirty="0" smtClean="0"/>
              <a:t>La tecla ? </a:t>
            </a:r>
            <a:r>
              <a:rPr lang="es-ES" dirty="0"/>
              <a:t>d</a:t>
            </a:r>
            <a:r>
              <a:rPr lang="es-ES" dirty="0" smtClean="0"/>
              <a:t>espliega ayuda , verificar con comandos show </a:t>
            </a:r>
            <a:r>
              <a:rPr lang="es-ES" dirty="0" err="1" smtClean="0"/>
              <a:t>etc</a:t>
            </a:r>
            <a:r>
              <a:rPr lang="es-ES" dirty="0" smtClean="0"/>
              <a:t>,</a:t>
            </a:r>
          </a:p>
          <a:p>
            <a:endParaRPr lang="es-ES" dirty="0" smtClean="0"/>
          </a:p>
          <a:p>
            <a:r>
              <a:rPr lang="es-ES" dirty="0" smtClean="0"/>
              <a:t> 4 Verificar con comandos de red: ping, </a:t>
            </a:r>
            <a:r>
              <a:rPr lang="es-ES" dirty="0" err="1" smtClean="0"/>
              <a:t>tracer</a:t>
            </a:r>
            <a:r>
              <a:rPr lang="es-ES" dirty="0" smtClean="0"/>
              <a:t> </a:t>
            </a:r>
            <a:r>
              <a:rPr lang="es-ES" dirty="0" err="1" smtClean="0"/>
              <a:t>ipconfig</a:t>
            </a:r>
            <a:r>
              <a:rPr lang="es-ES" dirty="0" smtClean="0"/>
              <a:t> </a:t>
            </a:r>
            <a:r>
              <a:rPr lang="es-ES" dirty="0" err="1" smtClean="0"/>
              <a:t>arp</a:t>
            </a:r>
            <a:r>
              <a:rPr lang="es-ES" dirty="0" smtClean="0"/>
              <a:t> –a en pantalla de comandos del PC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6"/>
          <a:srcRect l="54531" t="21250" r="35313" b="61750"/>
          <a:stretch/>
        </p:blipFill>
        <p:spPr>
          <a:xfrm>
            <a:off x="3567112" y="5244162"/>
            <a:ext cx="1238250" cy="1295400"/>
          </a:xfrm>
          <a:prstGeom prst="rect">
            <a:avLst/>
          </a:prstGeom>
        </p:spPr>
      </p:pic>
      <p:sp>
        <p:nvSpPr>
          <p:cNvPr id="12" name="Rectángulo 11"/>
          <p:cNvSpPr/>
          <p:nvPr/>
        </p:nvSpPr>
        <p:spPr>
          <a:xfrm>
            <a:off x="80963" y="935670"/>
            <a:ext cx="3295649" cy="14624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/>
          <p:cNvSpPr/>
          <p:nvPr/>
        </p:nvSpPr>
        <p:spPr>
          <a:xfrm>
            <a:off x="3567112" y="0"/>
            <a:ext cx="7062788" cy="20199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/>
          <p:cNvSpPr/>
          <p:nvPr/>
        </p:nvSpPr>
        <p:spPr>
          <a:xfrm>
            <a:off x="447676" y="4093820"/>
            <a:ext cx="4752974" cy="24457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0855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-201" t="4679" r="17401" b="13401"/>
          <a:stretch/>
        </p:blipFill>
        <p:spPr>
          <a:xfrm>
            <a:off x="0" y="0"/>
            <a:ext cx="12192000" cy="679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38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76400" y="2593975"/>
            <a:ext cx="10515600" cy="1325563"/>
          </a:xfrm>
        </p:spPr>
        <p:txBody>
          <a:bodyPr>
            <a:noAutofit/>
          </a:bodyPr>
          <a:lstStyle/>
          <a:p>
            <a:r>
              <a:rPr lang="es-ES" sz="16600" dirty="0" smtClean="0"/>
              <a:t>Se debe practicar mucho</a:t>
            </a:r>
            <a:endParaRPr lang="es-ES" sz="16600" dirty="0"/>
          </a:p>
        </p:txBody>
      </p:sp>
    </p:spTree>
    <p:extLst>
      <p:ext uri="{BB962C8B-B14F-4D97-AF65-F5344CB8AC3E}">
        <p14:creationId xmlns:p14="http://schemas.microsoft.com/office/powerpoint/2010/main" val="333866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195</Words>
  <Application>Microsoft Office PowerPoint</Application>
  <PresentationFormat>Panorámica</PresentationFormat>
  <Paragraphs>37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Unidad 2  Redes y Trasmisión de datos II ALTD </vt:lpstr>
      <vt:lpstr>Dispositivos de capa 2 nic bridges switch Enlazar datos de capas superiores a la red </vt:lpstr>
      <vt:lpstr>  BRIDGE: extiende el alcance LAN</vt:lpstr>
      <vt:lpstr>SWITCH: Distribuir trafico por dirección MAC </vt:lpstr>
      <vt:lpstr>PLANTEAR TOPOLOGIAS Y CASCADAS EN PACKET TRACER (Por norma no mas de 4 cascadas) </vt:lpstr>
      <vt:lpstr>CONFIGURAR COMPONENTES </vt:lpstr>
      <vt:lpstr>conectando</vt:lpstr>
      <vt:lpstr>Presentación de PowerPoint</vt:lpstr>
      <vt:lpstr>Se debe practicar mucho</vt:lpstr>
    </vt:vector>
  </TitlesOfParts>
  <Company>Usuario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2  Redes y Trasmisión de datos II ALTD</dc:title>
  <dc:creator>Usuario</dc:creator>
  <cp:lastModifiedBy>Usuario</cp:lastModifiedBy>
  <cp:revision>19</cp:revision>
  <dcterms:created xsi:type="dcterms:W3CDTF">2020-04-01T17:05:01Z</dcterms:created>
  <dcterms:modified xsi:type="dcterms:W3CDTF">2020-04-01T21:10:24Z</dcterms:modified>
</cp:coreProperties>
</file>